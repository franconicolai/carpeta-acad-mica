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60"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131A05-51D0-8D45-8D25-34FB3E642F67}" v="4" dt="2024-11-15T01:52:06.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8"/>
  </p:normalViewPr>
  <p:slideViewPr>
    <p:cSldViewPr snapToGrid="0">
      <p:cViewPr varScale="1">
        <p:scale>
          <a:sx n="117" d="100"/>
          <a:sy n="117" d="100"/>
        </p:scale>
        <p:origin x="360"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anca Besa Bandeira" userId="866f11b1-abf2-492f-acd7-465cb79a174c" providerId="ADAL" clId="{28131A05-51D0-8D45-8D25-34FB3E642F67}"/>
    <pc:docChg chg="undo custSel modSld">
      <pc:chgData name="Blanca Besa Bandeira" userId="866f11b1-abf2-492f-acd7-465cb79a174c" providerId="ADAL" clId="{28131A05-51D0-8D45-8D25-34FB3E642F67}" dt="2024-11-15T01:54:24.775" v="150" actId="1076"/>
      <pc:docMkLst>
        <pc:docMk/>
      </pc:docMkLst>
      <pc:sldChg chg="addSp modSp mod setBg">
        <pc:chgData name="Blanca Besa Bandeira" userId="866f11b1-abf2-492f-acd7-465cb79a174c" providerId="ADAL" clId="{28131A05-51D0-8D45-8D25-34FB3E642F67}" dt="2024-11-15T01:49:28.363" v="109" actId="123"/>
        <pc:sldMkLst>
          <pc:docMk/>
          <pc:sldMk cId="3479226938" sldId="257"/>
        </pc:sldMkLst>
        <pc:spChg chg="mod">
          <ac:chgData name="Blanca Besa Bandeira" userId="866f11b1-abf2-492f-acd7-465cb79a174c" providerId="ADAL" clId="{28131A05-51D0-8D45-8D25-34FB3E642F67}" dt="2024-11-15T01:49:07.183" v="100" actId="122"/>
          <ac:spMkLst>
            <pc:docMk/>
            <pc:sldMk cId="3479226938" sldId="257"/>
            <ac:spMk id="2" creationId="{9ADACFCC-B3C5-703F-3C25-99D82C988AC3}"/>
          </ac:spMkLst>
        </pc:spChg>
        <pc:spChg chg="mod">
          <ac:chgData name="Blanca Besa Bandeira" userId="866f11b1-abf2-492f-acd7-465cb79a174c" providerId="ADAL" clId="{28131A05-51D0-8D45-8D25-34FB3E642F67}" dt="2024-11-15T01:49:28.363" v="109" actId="123"/>
          <ac:spMkLst>
            <pc:docMk/>
            <pc:sldMk cId="3479226938" sldId="257"/>
            <ac:spMk id="3" creationId="{3B3D64FA-E699-1001-B535-145810D1F42B}"/>
          </ac:spMkLst>
        </pc:spChg>
        <pc:spChg chg="add">
          <ac:chgData name="Blanca Besa Bandeira" userId="866f11b1-abf2-492f-acd7-465cb79a174c" providerId="ADAL" clId="{28131A05-51D0-8D45-8D25-34FB3E642F67}" dt="2024-11-15T01:48:56.092" v="97" actId="26606"/>
          <ac:spMkLst>
            <pc:docMk/>
            <pc:sldMk cId="3479226938" sldId="257"/>
            <ac:spMk id="10" creationId="{484E34F7-E155-426C-A88E-8AEA6CF3F7EC}"/>
          </ac:spMkLst>
        </pc:spChg>
        <pc:picChg chg="add mod">
          <ac:chgData name="Blanca Besa Bandeira" userId="866f11b1-abf2-492f-acd7-465cb79a174c" providerId="ADAL" clId="{28131A05-51D0-8D45-8D25-34FB3E642F67}" dt="2024-11-15T01:48:56.092" v="97" actId="26606"/>
          <ac:picMkLst>
            <pc:docMk/>
            <pc:sldMk cId="3479226938" sldId="257"/>
            <ac:picMk id="5" creationId="{A4418522-ED89-65CB-1872-811DCE52C730}"/>
          </ac:picMkLst>
        </pc:picChg>
      </pc:sldChg>
      <pc:sldChg chg="addSp delSp modSp mod setBg">
        <pc:chgData name="Blanca Besa Bandeira" userId="866f11b1-abf2-492f-acd7-465cb79a174c" providerId="ADAL" clId="{28131A05-51D0-8D45-8D25-34FB3E642F67}" dt="2024-11-15T01:54:24.775" v="150" actId="1076"/>
        <pc:sldMkLst>
          <pc:docMk/>
          <pc:sldMk cId="880759959" sldId="258"/>
        </pc:sldMkLst>
        <pc:spChg chg="mod">
          <ac:chgData name="Blanca Besa Bandeira" userId="866f11b1-abf2-492f-acd7-465cb79a174c" providerId="ADAL" clId="{28131A05-51D0-8D45-8D25-34FB3E642F67}" dt="2024-11-15T01:53:58.866" v="142" actId="26606"/>
          <ac:spMkLst>
            <pc:docMk/>
            <pc:sldMk cId="880759959" sldId="258"/>
            <ac:spMk id="2" creationId="{F426A49B-6B78-CBED-4960-63318AE2E174}"/>
          </ac:spMkLst>
        </pc:spChg>
        <pc:spChg chg="mod">
          <ac:chgData name="Blanca Besa Bandeira" userId="866f11b1-abf2-492f-acd7-465cb79a174c" providerId="ADAL" clId="{28131A05-51D0-8D45-8D25-34FB3E642F67}" dt="2024-11-15T01:54:24.775" v="150" actId="1076"/>
          <ac:spMkLst>
            <pc:docMk/>
            <pc:sldMk cId="880759959" sldId="258"/>
            <ac:spMk id="3" creationId="{713F0F95-F382-3872-33A5-EC81B64C0D8D}"/>
          </ac:spMkLst>
        </pc:spChg>
        <pc:spChg chg="add del">
          <ac:chgData name="Blanca Besa Bandeira" userId="866f11b1-abf2-492f-acd7-465cb79a174c" providerId="ADAL" clId="{28131A05-51D0-8D45-8D25-34FB3E642F67}" dt="2024-11-15T01:52:44.178" v="127" actId="26606"/>
          <ac:spMkLst>
            <pc:docMk/>
            <pc:sldMk cId="880759959" sldId="258"/>
            <ac:spMk id="10" creationId="{E009DD9B-5EE2-4C0D-8B2B-351C8C102205}"/>
          </ac:spMkLst>
        </pc:spChg>
        <pc:spChg chg="add del">
          <ac:chgData name="Blanca Besa Bandeira" userId="866f11b1-abf2-492f-acd7-465cb79a174c" providerId="ADAL" clId="{28131A05-51D0-8D45-8D25-34FB3E642F67}" dt="2024-11-15T01:52:44.178" v="127" actId="26606"/>
          <ac:spMkLst>
            <pc:docMk/>
            <pc:sldMk cId="880759959" sldId="258"/>
            <ac:spMk id="12" creationId="{E720DB99-7745-4E75-9D96-AAB6D55C531E}"/>
          </ac:spMkLst>
        </pc:spChg>
        <pc:spChg chg="add del">
          <ac:chgData name="Blanca Besa Bandeira" userId="866f11b1-abf2-492f-acd7-465cb79a174c" providerId="ADAL" clId="{28131A05-51D0-8D45-8D25-34FB3E642F67}" dt="2024-11-15T01:52:44.178" v="127" actId="26606"/>
          <ac:spMkLst>
            <pc:docMk/>
            <pc:sldMk cId="880759959" sldId="258"/>
            <ac:spMk id="14" creationId="{D68803C4-E159-4360-B7BB-74205C8F782D}"/>
          </ac:spMkLst>
        </pc:spChg>
        <pc:spChg chg="add del">
          <ac:chgData name="Blanca Besa Bandeira" userId="866f11b1-abf2-492f-acd7-465cb79a174c" providerId="ADAL" clId="{28131A05-51D0-8D45-8D25-34FB3E642F67}" dt="2024-11-15T01:52:44.178" v="127" actId="26606"/>
          <ac:spMkLst>
            <pc:docMk/>
            <pc:sldMk cId="880759959" sldId="258"/>
            <ac:spMk id="16" creationId="{504B0465-3B07-49BF-BEA7-D81476246293}"/>
          </ac:spMkLst>
        </pc:spChg>
        <pc:spChg chg="add del">
          <ac:chgData name="Blanca Besa Bandeira" userId="866f11b1-abf2-492f-acd7-465cb79a174c" providerId="ADAL" clId="{28131A05-51D0-8D45-8D25-34FB3E642F67}" dt="2024-11-15T01:52:44.178" v="127" actId="26606"/>
          <ac:spMkLst>
            <pc:docMk/>
            <pc:sldMk cId="880759959" sldId="258"/>
            <ac:spMk id="18" creationId="{49B7FFA5-14CB-4A4F-9BCC-CA3AA5D9D276}"/>
          </ac:spMkLst>
        </pc:spChg>
        <pc:spChg chg="add del">
          <ac:chgData name="Blanca Besa Bandeira" userId="866f11b1-abf2-492f-acd7-465cb79a174c" providerId="ADAL" clId="{28131A05-51D0-8D45-8D25-34FB3E642F67}" dt="2024-11-15T01:52:44.178" v="127" actId="26606"/>
          <ac:spMkLst>
            <pc:docMk/>
            <pc:sldMk cId="880759959" sldId="258"/>
            <ac:spMk id="20" creationId="{04E48745-7512-4EC2-9E20-9092D12150CA}"/>
          </ac:spMkLst>
        </pc:spChg>
        <pc:spChg chg="add del">
          <ac:chgData name="Blanca Besa Bandeira" userId="866f11b1-abf2-492f-acd7-465cb79a174c" providerId="ADAL" clId="{28131A05-51D0-8D45-8D25-34FB3E642F67}" dt="2024-11-15T01:52:44.146" v="126" actId="26606"/>
          <ac:spMkLst>
            <pc:docMk/>
            <pc:sldMk cId="880759959" sldId="258"/>
            <ac:spMk id="25" creationId="{CCF043BA-0C52-4068-BCF5-2B2D89BA9D36}"/>
          </ac:spMkLst>
        </pc:spChg>
        <pc:spChg chg="add del">
          <ac:chgData name="Blanca Besa Bandeira" userId="866f11b1-abf2-492f-acd7-465cb79a174c" providerId="ADAL" clId="{28131A05-51D0-8D45-8D25-34FB3E642F67}" dt="2024-11-15T01:53:08.024" v="131" actId="26606"/>
          <ac:spMkLst>
            <pc:docMk/>
            <pc:sldMk cId="880759959" sldId="258"/>
            <ac:spMk id="31" creationId="{F3AF35CD-DA30-4E34-B0F3-32C27766DA05}"/>
          </ac:spMkLst>
        </pc:spChg>
        <pc:spChg chg="add del">
          <ac:chgData name="Blanca Besa Bandeira" userId="866f11b1-abf2-492f-acd7-465cb79a174c" providerId="ADAL" clId="{28131A05-51D0-8D45-8D25-34FB3E642F67}" dt="2024-11-15T01:53:07.996" v="130" actId="26606"/>
          <ac:spMkLst>
            <pc:docMk/>
            <pc:sldMk cId="880759959" sldId="258"/>
            <ac:spMk id="39" creationId="{E009DD9B-5EE2-4C0D-8B2B-351C8C102205}"/>
          </ac:spMkLst>
        </pc:spChg>
        <pc:spChg chg="add del">
          <ac:chgData name="Blanca Besa Bandeira" userId="866f11b1-abf2-492f-acd7-465cb79a174c" providerId="ADAL" clId="{28131A05-51D0-8D45-8D25-34FB3E642F67}" dt="2024-11-15T01:53:07.996" v="130" actId="26606"/>
          <ac:spMkLst>
            <pc:docMk/>
            <pc:sldMk cId="880759959" sldId="258"/>
            <ac:spMk id="41" creationId="{E720DB99-7745-4E75-9D96-AAB6D55C531E}"/>
          </ac:spMkLst>
        </pc:spChg>
        <pc:spChg chg="add del">
          <ac:chgData name="Blanca Besa Bandeira" userId="866f11b1-abf2-492f-acd7-465cb79a174c" providerId="ADAL" clId="{28131A05-51D0-8D45-8D25-34FB3E642F67}" dt="2024-11-15T01:53:07.996" v="130" actId="26606"/>
          <ac:spMkLst>
            <pc:docMk/>
            <pc:sldMk cId="880759959" sldId="258"/>
            <ac:spMk id="43" creationId="{D68803C4-E159-4360-B7BB-74205C8F782D}"/>
          </ac:spMkLst>
        </pc:spChg>
        <pc:spChg chg="add del">
          <ac:chgData name="Blanca Besa Bandeira" userId="866f11b1-abf2-492f-acd7-465cb79a174c" providerId="ADAL" clId="{28131A05-51D0-8D45-8D25-34FB3E642F67}" dt="2024-11-15T01:53:07.996" v="130" actId="26606"/>
          <ac:spMkLst>
            <pc:docMk/>
            <pc:sldMk cId="880759959" sldId="258"/>
            <ac:spMk id="45" creationId="{504B0465-3B07-49BF-BEA7-D81476246293}"/>
          </ac:spMkLst>
        </pc:spChg>
        <pc:spChg chg="add del">
          <ac:chgData name="Blanca Besa Bandeira" userId="866f11b1-abf2-492f-acd7-465cb79a174c" providerId="ADAL" clId="{28131A05-51D0-8D45-8D25-34FB3E642F67}" dt="2024-11-15T01:53:07.996" v="130" actId="26606"/>
          <ac:spMkLst>
            <pc:docMk/>
            <pc:sldMk cId="880759959" sldId="258"/>
            <ac:spMk id="47" creationId="{49B7FFA5-14CB-4A4F-9BCC-CA3AA5D9D276}"/>
          </ac:spMkLst>
        </pc:spChg>
        <pc:spChg chg="add del">
          <ac:chgData name="Blanca Besa Bandeira" userId="866f11b1-abf2-492f-acd7-465cb79a174c" providerId="ADAL" clId="{28131A05-51D0-8D45-8D25-34FB3E642F67}" dt="2024-11-15T01:53:07.996" v="130" actId="26606"/>
          <ac:spMkLst>
            <pc:docMk/>
            <pc:sldMk cId="880759959" sldId="258"/>
            <ac:spMk id="49" creationId="{04E48745-7512-4EC2-9E20-9092D12150CA}"/>
          </ac:spMkLst>
        </pc:spChg>
        <pc:spChg chg="add del">
          <ac:chgData name="Blanca Besa Bandeira" userId="866f11b1-abf2-492f-acd7-465cb79a174c" providerId="ADAL" clId="{28131A05-51D0-8D45-8D25-34FB3E642F67}" dt="2024-11-15T01:53:58.866" v="142" actId="26606"/>
          <ac:spMkLst>
            <pc:docMk/>
            <pc:sldMk cId="880759959" sldId="258"/>
            <ac:spMk id="51" creationId="{F3AF35CD-DA30-4E34-B0F3-32C27766DA05}"/>
          </ac:spMkLst>
        </pc:spChg>
        <pc:spChg chg="add">
          <ac:chgData name="Blanca Besa Bandeira" userId="866f11b1-abf2-492f-acd7-465cb79a174c" providerId="ADAL" clId="{28131A05-51D0-8D45-8D25-34FB3E642F67}" dt="2024-11-15T01:53:58.866" v="142" actId="26606"/>
          <ac:spMkLst>
            <pc:docMk/>
            <pc:sldMk cId="880759959" sldId="258"/>
            <ac:spMk id="58" creationId="{E009DD9B-5EE2-4C0D-8B2B-351C8C102205}"/>
          </ac:spMkLst>
        </pc:spChg>
        <pc:spChg chg="add">
          <ac:chgData name="Blanca Besa Bandeira" userId="866f11b1-abf2-492f-acd7-465cb79a174c" providerId="ADAL" clId="{28131A05-51D0-8D45-8D25-34FB3E642F67}" dt="2024-11-15T01:53:58.866" v="142" actId="26606"/>
          <ac:spMkLst>
            <pc:docMk/>
            <pc:sldMk cId="880759959" sldId="258"/>
            <ac:spMk id="60" creationId="{E720DB99-7745-4E75-9D96-AAB6D55C531E}"/>
          </ac:spMkLst>
        </pc:spChg>
        <pc:spChg chg="add">
          <ac:chgData name="Blanca Besa Bandeira" userId="866f11b1-abf2-492f-acd7-465cb79a174c" providerId="ADAL" clId="{28131A05-51D0-8D45-8D25-34FB3E642F67}" dt="2024-11-15T01:53:58.866" v="142" actId="26606"/>
          <ac:spMkLst>
            <pc:docMk/>
            <pc:sldMk cId="880759959" sldId="258"/>
            <ac:spMk id="62" creationId="{D68803C4-E159-4360-B7BB-74205C8F782D}"/>
          </ac:spMkLst>
        </pc:spChg>
        <pc:spChg chg="add">
          <ac:chgData name="Blanca Besa Bandeira" userId="866f11b1-abf2-492f-acd7-465cb79a174c" providerId="ADAL" clId="{28131A05-51D0-8D45-8D25-34FB3E642F67}" dt="2024-11-15T01:53:58.866" v="142" actId="26606"/>
          <ac:spMkLst>
            <pc:docMk/>
            <pc:sldMk cId="880759959" sldId="258"/>
            <ac:spMk id="64" creationId="{504B0465-3B07-49BF-BEA7-D81476246293}"/>
          </ac:spMkLst>
        </pc:spChg>
        <pc:spChg chg="add">
          <ac:chgData name="Blanca Besa Bandeira" userId="866f11b1-abf2-492f-acd7-465cb79a174c" providerId="ADAL" clId="{28131A05-51D0-8D45-8D25-34FB3E642F67}" dt="2024-11-15T01:53:58.866" v="142" actId="26606"/>
          <ac:spMkLst>
            <pc:docMk/>
            <pc:sldMk cId="880759959" sldId="258"/>
            <ac:spMk id="66" creationId="{49B7FFA5-14CB-4A4F-9BCC-CA3AA5D9D276}"/>
          </ac:spMkLst>
        </pc:spChg>
        <pc:spChg chg="add">
          <ac:chgData name="Blanca Besa Bandeira" userId="866f11b1-abf2-492f-acd7-465cb79a174c" providerId="ADAL" clId="{28131A05-51D0-8D45-8D25-34FB3E642F67}" dt="2024-11-15T01:53:58.866" v="142" actId="26606"/>
          <ac:spMkLst>
            <pc:docMk/>
            <pc:sldMk cId="880759959" sldId="258"/>
            <ac:spMk id="68" creationId="{04E48745-7512-4EC2-9E20-9092D12150CA}"/>
          </ac:spMkLst>
        </pc:spChg>
        <pc:grpChg chg="add del">
          <ac:chgData name="Blanca Besa Bandeira" userId="866f11b1-abf2-492f-acd7-465cb79a174c" providerId="ADAL" clId="{28131A05-51D0-8D45-8D25-34FB3E642F67}" dt="2024-11-15T01:52:44.146" v="126" actId="26606"/>
          <ac:grpSpMkLst>
            <pc:docMk/>
            <pc:sldMk cId="880759959" sldId="258"/>
            <ac:grpSpMk id="27" creationId="{789ACCC8-A635-400E-B9C0-AD9CA57109CE}"/>
          </ac:grpSpMkLst>
        </pc:grpChg>
        <pc:grpChg chg="add del">
          <ac:chgData name="Blanca Besa Bandeira" userId="866f11b1-abf2-492f-acd7-465cb79a174c" providerId="ADAL" clId="{28131A05-51D0-8D45-8D25-34FB3E642F67}" dt="2024-11-15T01:53:08.024" v="131" actId="26606"/>
          <ac:grpSpMkLst>
            <pc:docMk/>
            <pc:sldMk cId="880759959" sldId="258"/>
            <ac:grpSpMk id="32" creationId="{BCFC42DC-2C46-47C4-BC61-530557385DBD}"/>
          </ac:grpSpMkLst>
        </pc:grpChg>
        <pc:grpChg chg="add del">
          <ac:chgData name="Blanca Besa Bandeira" userId="866f11b1-abf2-492f-acd7-465cb79a174c" providerId="ADAL" clId="{28131A05-51D0-8D45-8D25-34FB3E642F67}" dt="2024-11-15T01:53:58.866" v="142" actId="26606"/>
          <ac:grpSpMkLst>
            <pc:docMk/>
            <pc:sldMk cId="880759959" sldId="258"/>
            <ac:grpSpMk id="52" creationId="{BCFC42DC-2C46-47C4-BC61-530557385DBD}"/>
          </ac:grpSpMkLst>
        </pc:grpChg>
        <pc:picChg chg="add mod ord">
          <ac:chgData name="Blanca Besa Bandeira" userId="866f11b1-abf2-492f-acd7-465cb79a174c" providerId="ADAL" clId="{28131A05-51D0-8D45-8D25-34FB3E642F67}" dt="2024-11-15T01:53:58.866" v="142" actId="26606"/>
          <ac:picMkLst>
            <pc:docMk/>
            <pc:sldMk cId="880759959" sldId="258"/>
            <ac:picMk id="5" creationId="{8763732C-E83E-7F35-2842-CA4012D53D10}"/>
          </ac:picMkLst>
        </pc:picChg>
      </pc:sldChg>
      <pc:sldChg chg="addSp delSp modSp mod setBg">
        <pc:chgData name="Blanca Besa Bandeira" userId="866f11b1-abf2-492f-acd7-465cb79a174c" providerId="ADAL" clId="{28131A05-51D0-8D45-8D25-34FB3E642F67}" dt="2024-11-15T01:51:08.709" v="119" actId="123"/>
        <pc:sldMkLst>
          <pc:docMk/>
          <pc:sldMk cId="4050925395" sldId="259"/>
        </pc:sldMkLst>
        <pc:spChg chg="mod">
          <ac:chgData name="Blanca Besa Bandeira" userId="866f11b1-abf2-492f-acd7-465cb79a174c" providerId="ADAL" clId="{28131A05-51D0-8D45-8D25-34FB3E642F67}" dt="2024-11-15T01:50:56.043" v="115" actId="122"/>
          <ac:spMkLst>
            <pc:docMk/>
            <pc:sldMk cId="4050925395" sldId="259"/>
            <ac:spMk id="2" creationId="{0DF34CC8-812F-2521-A271-8267C3CC5D72}"/>
          </ac:spMkLst>
        </pc:spChg>
        <pc:spChg chg="mod ord">
          <ac:chgData name="Blanca Besa Bandeira" userId="866f11b1-abf2-492f-acd7-465cb79a174c" providerId="ADAL" clId="{28131A05-51D0-8D45-8D25-34FB3E642F67}" dt="2024-11-15T01:51:08.709" v="119" actId="123"/>
          <ac:spMkLst>
            <pc:docMk/>
            <pc:sldMk cId="4050925395" sldId="259"/>
            <ac:spMk id="3" creationId="{72CB584B-D2F3-56ED-C8CC-32F3A42001B2}"/>
          </ac:spMkLst>
        </pc:spChg>
        <pc:spChg chg="add del">
          <ac:chgData name="Blanca Besa Bandeira" userId="866f11b1-abf2-492f-acd7-465cb79a174c" providerId="ADAL" clId="{28131A05-51D0-8D45-8D25-34FB3E642F67}" dt="2024-11-15T01:50:48.787" v="112" actId="26606"/>
          <ac:spMkLst>
            <pc:docMk/>
            <pc:sldMk cId="4050925395" sldId="259"/>
            <ac:spMk id="10" creationId="{D8AFD15B-CF29-4306-884F-47675092F91F}"/>
          </ac:spMkLst>
        </pc:spChg>
        <pc:spChg chg="add del">
          <ac:chgData name="Blanca Besa Bandeira" userId="866f11b1-abf2-492f-acd7-465cb79a174c" providerId="ADAL" clId="{28131A05-51D0-8D45-8D25-34FB3E642F67}" dt="2024-11-15T01:50:48.787" v="112" actId="26606"/>
          <ac:spMkLst>
            <pc:docMk/>
            <pc:sldMk cId="4050925395" sldId="259"/>
            <ac:spMk id="12" creationId="{96349AB3-1BD3-41E1-8979-1DBDCB5CDCF9}"/>
          </ac:spMkLst>
        </pc:spChg>
        <pc:spChg chg="add">
          <ac:chgData name="Blanca Besa Bandeira" userId="866f11b1-abf2-492f-acd7-465cb79a174c" providerId="ADAL" clId="{28131A05-51D0-8D45-8D25-34FB3E642F67}" dt="2024-11-15T01:50:48.812" v="113" actId="26606"/>
          <ac:spMkLst>
            <pc:docMk/>
            <pc:sldMk cId="4050925395" sldId="259"/>
            <ac:spMk id="18" creationId="{89C8D586-1ECD-4981-BED2-97336112C0AD}"/>
          </ac:spMkLst>
        </pc:spChg>
        <pc:grpChg chg="add del">
          <ac:chgData name="Blanca Besa Bandeira" userId="866f11b1-abf2-492f-acd7-465cb79a174c" providerId="ADAL" clId="{28131A05-51D0-8D45-8D25-34FB3E642F67}" dt="2024-11-15T01:50:48.787" v="112" actId="26606"/>
          <ac:grpSpMkLst>
            <pc:docMk/>
            <pc:sldMk cId="4050925395" sldId="259"/>
            <ac:grpSpMk id="14" creationId="{54CA915D-BDF0-41F8-B00E-FB186EFF7BD6}"/>
          </ac:grpSpMkLst>
        </pc:grpChg>
        <pc:grpChg chg="add">
          <ac:chgData name="Blanca Besa Bandeira" userId="866f11b1-abf2-492f-acd7-465cb79a174c" providerId="ADAL" clId="{28131A05-51D0-8D45-8D25-34FB3E642F67}" dt="2024-11-15T01:50:48.812" v="113" actId="26606"/>
          <ac:grpSpMkLst>
            <pc:docMk/>
            <pc:sldMk cId="4050925395" sldId="259"/>
            <ac:grpSpMk id="19" creationId="{AF001A23-2767-4A31-BD30-56112DE9527E}"/>
          </ac:grpSpMkLst>
        </pc:grpChg>
        <pc:picChg chg="add mod">
          <ac:chgData name="Blanca Besa Bandeira" userId="866f11b1-abf2-492f-acd7-465cb79a174c" providerId="ADAL" clId="{28131A05-51D0-8D45-8D25-34FB3E642F67}" dt="2024-11-15T01:50:48.812" v="113" actId="26606"/>
          <ac:picMkLst>
            <pc:docMk/>
            <pc:sldMk cId="4050925395" sldId="259"/>
            <ac:picMk id="5" creationId="{485D0C94-D428-BBD8-201C-F7071BE8CF8F}"/>
          </ac:picMkLst>
        </pc:picChg>
      </pc:sldChg>
      <pc:sldChg chg="addSp delSp modSp mod setBg">
        <pc:chgData name="Blanca Besa Bandeira" userId="866f11b1-abf2-492f-acd7-465cb79a174c" providerId="ADAL" clId="{28131A05-51D0-8D45-8D25-34FB3E642F67}" dt="2024-11-15T01:48:12.921" v="95" actId="123"/>
        <pc:sldMkLst>
          <pc:docMk/>
          <pc:sldMk cId="1083071627" sldId="260"/>
        </pc:sldMkLst>
        <pc:spChg chg="mod">
          <ac:chgData name="Blanca Besa Bandeira" userId="866f11b1-abf2-492f-acd7-465cb79a174c" providerId="ADAL" clId="{28131A05-51D0-8D45-8D25-34FB3E642F67}" dt="2024-11-15T01:48:08.525" v="94" actId="26606"/>
          <ac:spMkLst>
            <pc:docMk/>
            <pc:sldMk cId="1083071627" sldId="260"/>
            <ac:spMk id="2" creationId="{3183DBA7-2B86-E759-FFAD-9F7AF56BE99B}"/>
          </ac:spMkLst>
        </pc:spChg>
        <pc:spChg chg="mod ord">
          <ac:chgData name="Blanca Besa Bandeira" userId="866f11b1-abf2-492f-acd7-465cb79a174c" providerId="ADAL" clId="{28131A05-51D0-8D45-8D25-34FB3E642F67}" dt="2024-11-15T01:48:12.921" v="95" actId="123"/>
          <ac:spMkLst>
            <pc:docMk/>
            <pc:sldMk cId="1083071627" sldId="260"/>
            <ac:spMk id="3" creationId="{A5131DFE-D075-9E78-9455-189C65D3566D}"/>
          </ac:spMkLst>
        </pc:spChg>
        <pc:spChg chg="add del">
          <ac:chgData name="Blanca Besa Bandeira" userId="866f11b1-abf2-492f-acd7-465cb79a174c" providerId="ADAL" clId="{28131A05-51D0-8D45-8D25-34FB3E642F67}" dt="2024-11-15T01:48:08.462" v="93" actId="26606"/>
          <ac:spMkLst>
            <pc:docMk/>
            <pc:sldMk cId="1083071627" sldId="260"/>
            <ac:spMk id="10" creationId="{D8AFD15B-CF29-4306-884F-47675092F91F}"/>
          </ac:spMkLst>
        </pc:spChg>
        <pc:spChg chg="add del">
          <ac:chgData name="Blanca Besa Bandeira" userId="866f11b1-abf2-492f-acd7-465cb79a174c" providerId="ADAL" clId="{28131A05-51D0-8D45-8D25-34FB3E642F67}" dt="2024-11-15T01:48:08.462" v="93" actId="26606"/>
          <ac:spMkLst>
            <pc:docMk/>
            <pc:sldMk cId="1083071627" sldId="260"/>
            <ac:spMk id="12" creationId="{96349AB3-1BD3-41E1-8979-1DBDCB5CDCF9}"/>
          </ac:spMkLst>
        </pc:spChg>
        <pc:spChg chg="add">
          <ac:chgData name="Blanca Besa Bandeira" userId="866f11b1-abf2-492f-acd7-465cb79a174c" providerId="ADAL" clId="{28131A05-51D0-8D45-8D25-34FB3E642F67}" dt="2024-11-15T01:48:08.525" v="94" actId="26606"/>
          <ac:spMkLst>
            <pc:docMk/>
            <pc:sldMk cId="1083071627" sldId="260"/>
            <ac:spMk id="18" creationId="{49B7FFA5-14CB-4A4F-9BCC-CA3AA5D9D276}"/>
          </ac:spMkLst>
        </pc:spChg>
        <pc:spChg chg="add">
          <ac:chgData name="Blanca Besa Bandeira" userId="866f11b1-abf2-492f-acd7-465cb79a174c" providerId="ADAL" clId="{28131A05-51D0-8D45-8D25-34FB3E642F67}" dt="2024-11-15T01:48:08.525" v="94" actId="26606"/>
          <ac:spMkLst>
            <pc:docMk/>
            <pc:sldMk cId="1083071627" sldId="260"/>
            <ac:spMk id="19" creationId="{E009DD9B-5EE2-4C0D-8B2B-351C8C102205}"/>
          </ac:spMkLst>
        </pc:spChg>
        <pc:spChg chg="add">
          <ac:chgData name="Blanca Besa Bandeira" userId="866f11b1-abf2-492f-acd7-465cb79a174c" providerId="ADAL" clId="{28131A05-51D0-8D45-8D25-34FB3E642F67}" dt="2024-11-15T01:48:08.525" v="94" actId="26606"/>
          <ac:spMkLst>
            <pc:docMk/>
            <pc:sldMk cId="1083071627" sldId="260"/>
            <ac:spMk id="20" creationId="{04E48745-7512-4EC2-9E20-9092D12150CA}"/>
          </ac:spMkLst>
        </pc:spChg>
        <pc:spChg chg="add">
          <ac:chgData name="Blanca Besa Bandeira" userId="866f11b1-abf2-492f-acd7-465cb79a174c" providerId="ADAL" clId="{28131A05-51D0-8D45-8D25-34FB3E642F67}" dt="2024-11-15T01:48:08.525" v="94" actId="26606"/>
          <ac:spMkLst>
            <pc:docMk/>
            <pc:sldMk cId="1083071627" sldId="260"/>
            <ac:spMk id="21" creationId="{E720DB99-7745-4E75-9D96-AAB6D55C531E}"/>
          </ac:spMkLst>
        </pc:spChg>
        <pc:spChg chg="add">
          <ac:chgData name="Blanca Besa Bandeira" userId="866f11b1-abf2-492f-acd7-465cb79a174c" providerId="ADAL" clId="{28131A05-51D0-8D45-8D25-34FB3E642F67}" dt="2024-11-15T01:48:08.525" v="94" actId="26606"/>
          <ac:spMkLst>
            <pc:docMk/>
            <pc:sldMk cId="1083071627" sldId="260"/>
            <ac:spMk id="22" creationId="{D68803C4-E159-4360-B7BB-74205C8F782D}"/>
          </ac:spMkLst>
        </pc:spChg>
        <pc:spChg chg="add">
          <ac:chgData name="Blanca Besa Bandeira" userId="866f11b1-abf2-492f-acd7-465cb79a174c" providerId="ADAL" clId="{28131A05-51D0-8D45-8D25-34FB3E642F67}" dt="2024-11-15T01:48:08.525" v="94" actId="26606"/>
          <ac:spMkLst>
            <pc:docMk/>
            <pc:sldMk cId="1083071627" sldId="260"/>
            <ac:spMk id="23" creationId="{504B0465-3B07-49BF-BEA7-D81476246293}"/>
          </ac:spMkLst>
        </pc:spChg>
        <pc:grpChg chg="add del">
          <ac:chgData name="Blanca Besa Bandeira" userId="866f11b1-abf2-492f-acd7-465cb79a174c" providerId="ADAL" clId="{28131A05-51D0-8D45-8D25-34FB3E642F67}" dt="2024-11-15T01:48:08.462" v="93" actId="26606"/>
          <ac:grpSpMkLst>
            <pc:docMk/>
            <pc:sldMk cId="1083071627" sldId="260"/>
            <ac:grpSpMk id="14" creationId="{54CA915D-BDF0-41F8-B00E-FB186EFF7BD6}"/>
          </ac:grpSpMkLst>
        </pc:grpChg>
        <pc:picChg chg="add mod">
          <ac:chgData name="Blanca Besa Bandeira" userId="866f11b1-abf2-492f-acd7-465cb79a174c" providerId="ADAL" clId="{28131A05-51D0-8D45-8D25-34FB3E642F67}" dt="2024-11-15T01:48:08.525" v="94" actId="26606"/>
          <ac:picMkLst>
            <pc:docMk/>
            <pc:sldMk cId="1083071627" sldId="260"/>
            <ac:picMk id="5" creationId="{AB11AA18-2361-94CB-74D5-132E0B14B581}"/>
          </ac:picMkLst>
        </pc:pic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11/14/24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11/14/24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11/14/24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‹Nº›</a:t>
            </a:fld>
            <a:endParaRPr lang="en-US"/>
          </a:p>
        </p:txBody>
      </p:sp>
      <p:sp>
        <p:nvSpPr>
          <p:cNvPr id="10" name="Title 9"/>
          <p:cNvSpPr>
            <a:spLocks noGrp="1"/>
          </p:cNvSpPr>
          <p:nvPr>
            <p:ph type="title"/>
          </p:nvPr>
        </p:nvSpPr>
        <p:spPr/>
        <p:txBody>
          <a:bodyPr/>
          <a:lstStyle/>
          <a:p>
            <a:r>
              <a:rPr lang="es-MX"/>
              <a:t>Haz clic para modificar el estilo de título del patrón</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11/14/24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‹Nº›</a:t>
            </a:fld>
            <a:endParaRPr lang="en-US"/>
          </a:p>
        </p:txBody>
      </p:sp>
      <p:sp>
        <p:nvSpPr>
          <p:cNvPr id="6" name="Title 5"/>
          <p:cNvSpPr>
            <a:spLocks noGrp="1"/>
          </p:cNvSpPr>
          <p:nvPr>
            <p:ph type="title"/>
          </p:nvPr>
        </p:nvSpPr>
        <p:spPr/>
        <p:txBody>
          <a:bodyPr/>
          <a:lstStyle/>
          <a:p>
            <a:r>
              <a:rPr lang="es-MX"/>
              <a:t>Haz clic para modificar el estilo de título del patrón</a:t>
            </a:r>
            <a:endParaRPr lang="en-US"/>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11/14/24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MX"/>
              <a:t>Haz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DA16AA21-1863-4931-97CB-99D0A168701B}" type="datetimeFigureOut">
              <a:rPr lang="en-US" smtClean="0"/>
              <a:t>11/14/24</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MX"/>
              <a:t>Haz clic para modificar el estilo de título del patrón</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3772C379-9A7C-4C87-A116-CBE9F58B04C5}" type="datetimeFigureOut">
              <a:rPr lang="en-US" smtClean="0"/>
              <a:t>11/14/24</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87157CC2-0FC8-4686-B024-99790E0F5162}" type="datetimeFigureOut">
              <a:rPr lang="en-US" smtClean="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11/14/24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‹Nº›</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11/14/24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41B341-981F-ADC5-D559-D0E5C3FA4743}"/>
              </a:ext>
            </a:extLst>
          </p:cNvPr>
          <p:cNvSpPr>
            <a:spLocks noGrp="1"/>
          </p:cNvSpPr>
          <p:nvPr>
            <p:ph type="ctrTitle"/>
          </p:nvPr>
        </p:nvSpPr>
        <p:spPr>
          <a:xfrm>
            <a:off x="1051559" y="1432223"/>
            <a:ext cx="11467011" cy="2878520"/>
          </a:xfrm>
        </p:spPr>
        <p:txBody>
          <a:bodyPr/>
          <a:lstStyle/>
          <a:p>
            <a:r>
              <a:rPr lang="es-CL" sz="7200" dirty="0"/>
              <a:t>Síntesis </a:t>
            </a:r>
            <a:r>
              <a:rPr lang="es-CL" sz="7200" dirty="0" err="1"/>
              <a:t>marialogía</a:t>
            </a:r>
            <a:r>
              <a:rPr lang="es-CL" sz="7200" dirty="0"/>
              <a:t> bíblica </a:t>
            </a:r>
          </a:p>
        </p:txBody>
      </p:sp>
      <p:sp>
        <p:nvSpPr>
          <p:cNvPr id="3" name="Subtítulo 2">
            <a:extLst>
              <a:ext uri="{FF2B5EF4-FFF2-40B4-BE49-F238E27FC236}">
                <a16:creationId xmlns:a16="http://schemas.microsoft.com/office/drawing/2014/main" id="{93042288-D76B-083C-105D-91DD0C113F7E}"/>
              </a:ext>
            </a:extLst>
          </p:cNvPr>
          <p:cNvSpPr>
            <a:spLocks noGrp="1"/>
          </p:cNvSpPr>
          <p:nvPr>
            <p:ph type="subTitle" idx="1"/>
          </p:nvPr>
        </p:nvSpPr>
        <p:spPr/>
        <p:txBody>
          <a:bodyPr/>
          <a:lstStyle/>
          <a:p>
            <a:r>
              <a:rPr lang="es-CL" dirty="0"/>
              <a:t>Relato de Pentecostés </a:t>
            </a:r>
          </a:p>
        </p:txBody>
      </p:sp>
    </p:spTree>
    <p:extLst>
      <p:ext uri="{BB962C8B-B14F-4D97-AF65-F5344CB8AC3E}">
        <p14:creationId xmlns:p14="http://schemas.microsoft.com/office/powerpoint/2010/main" val="3195793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2" name="Rectangle 13">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3" name="Rectangle 15">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 name="Título 1">
            <a:extLst>
              <a:ext uri="{FF2B5EF4-FFF2-40B4-BE49-F238E27FC236}">
                <a16:creationId xmlns:a16="http://schemas.microsoft.com/office/drawing/2014/main" id="{3183DBA7-2B86-E759-FFAD-9F7AF56BE99B}"/>
              </a:ext>
            </a:extLst>
          </p:cNvPr>
          <p:cNvSpPr>
            <a:spLocks noGrp="1"/>
          </p:cNvSpPr>
          <p:nvPr>
            <p:ph type="title"/>
          </p:nvPr>
        </p:nvSpPr>
        <p:spPr>
          <a:xfrm>
            <a:off x="1069848" y="484632"/>
            <a:ext cx="10058400" cy="1609344"/>
          </a:xfrm>
        </p:spPr>
        <p:txBody>
          <a:bodyPr>
            <a:normAutofit/>
          </a:bodyPr>
          <a:lstStyle/>
          <a:p>
            <a:r>
              <a:rPr lang="es-CL"/>
              <a:t>Un recordatorio…</a:t>
            </a:r>
            <a:endParaRPr lang="es-CL" dirty="0"/>
          </a:p>
        </p:txBody>
      </p:sp>
      <p:pic>
        <p:nvPicPr>
          <p:cNvPr id="5" name="Imagen 4">
            <a:extLst>
              <a:ext uri="{FF2B5EF4-FFF2-40B4-BE49-F238E27FC236}">
                <a16:creationId xmlns:a16="http://schemas.microsoft.com/office/drawing/2014/main" id="{AB11AA18-2361-94CB-74D5-132E0B14B581}"/>
              </a:ext>
            </a:extLst>
          </p:cNvPr>
          <p:cNvPicPr>
            <a:picLocks noChangeAspect="1"/>
          </p:cNvPicPr>
          <p:nvPr/>
        </p:nvPicPr>
        <p:blipFill>
          <a:blip r:embed="rId4">
            <a:extLst>
              <a:ext uri="{28A0092B-C50C-407E-A947-70E740481C1C}">
                <a14:useLocalDpi xmlns:a14="http://schemas.microsoft.com/office/drawing/2010/main" val="0"/>
              </a:ext>
            </a:extLst>
          </a:blip>
          <a:srcRect l="12052" r="12407" b="-1"/>
          <a:stretch/>
        </p:blipFill>
        <p:spPr>
          <a:xfrm>
            <a:off x="1007196" y="2265037"/>
            <a:ext cx="5088800" cy="3907158"/>
          </a:xfrm>
          <a:prstGeom prst="rect">
            <a:avLst/>
          </a:prstGeom>
        </p:spPr>
      </p:pic>
      <p:sp>
        <p:nvSpPr>
          <p:cNvPr id="3" name="Marcador de contenido 2">
            <a:extLst>
              <a:ext uri="{FF2B5EF4-FFF2-40B4-BE49-F238E27FC236}">
                <a16:creationId xmlns:a16="http://schemas.microsoft.com/office/drawing/2014/main" id="{A5131DFE-D075-9E78-9455-189C65D3566D}"/>
              </a:ext>
            </a:extLst>
          </p:cNvPr>
          <p:cNvSpPr>
            <a:spLocks noGrp="1"/>
          </p:cNvSpPr>
          <p:nvPr>
            <p:ph idx="1"/>
          </p:nvPr>
        </p:nvSpPr>
        <p:spPr>
          <a:xfrm>
            <a:off x="6496216" y="2320412"/>
            <a:ext cx="4632031" cy="3851787"/>
          </a:xfrm>
        </p:spPr>
        <p:txBody>
          <a:bodyPr anchor="ctr">
            <a:normAutofit/>
          </a:bodyPr>
          <a:lstStyle/>
          <a:p>
            <a:pPr algn="just"/>
            <a:r>
              <a:rPr lang="es-CL" dirty="0">
                <a:ea typeface="Calibri" panose="020F0502020204030204" pitchFamily="34" charset="0"/>
              </a:rPr>
              <a:t>L</a:t>
            </a:r>
            <a:r>
              <a:rPr lang="es-CL" dirty="0">
                <a:effectLst/>
                <a:ea typeface="Calibri" panose="020F0502020204030204" pitchFamily="34" charset="0"/>
              </a:rPr>
              <a:t>a fuente principal con la que contamos para conocer a María son los evangelios.</a:t>
            </a:r>
          </a:p>
          <a:p>
            <a:pPr algn="just"/>
            <a:r>
              <a:rPr lang="es-CL" dirty="0">
                <a:effectLst/>
                <a:ea typeface="Calibri" panose="020F0502020204030204" pitchFamily="34" charset="0"/>
              </a:rPr>
              <a:t>En los evangelios, María aparece sólo en referencia y en relación al misterio de Jesús.</a:t>
            </a:r>
          </a:p>
          <a:p>
            <a:pPr algn="just"/>
            <a:r>
              <a:rPr lang="es-CL" dirty="0">
                <a:ea typeface="Calibri" panose="020F0502020204030204" pitchFamily="34" charset="0"/>
              </a:rPr>
              <a:t>L</a:t>
            </a:r>
            <a:r>
              <a:rPr lang="es-CL" dirty="0">
                <a:effectLst/>
                <a:ea typeface="Calibri" panose="020F0502020204030204" pitchFamily="34" charset="0"/>
              </a:rPr>
              <a:t>a mariología tradicional ha trabajado en presentar una imagen de María que armonice los distintos relatos en los que ella aparece, intentando mostrar así una imagen de ella unificada y bien trabada</a:t>
            </a:r>
            <a:r>
              <a:rPr lang="es-CL" dirty="0">
                <a:effectLst/>
              </a:rPr>
              <a:t>  </a:t>
            </a:r>
            <a:endParaRPr lang="es-CL" dirty="0"/>
          </a:p>
        </p:txBody>
      </p:sp>
      <p:sp>
        <p:nvSpPr>
          <p:cNvPr id="18" name="Oval 17">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83071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DACFCC-B3C5-703F-3C25-99D82C988AC3}"/>
              </a:ext>
            </a:extLst>
          </p:cNvPr>
          <p:cNvSpPr>
            <a:spLocks noGrp="1"/>
          </p:cNvSpPr>
          <p:nvPr>
            <p:ph type="title"/>
          </p:nvPr>
        </p:nvSpPr>
        <p:spPr>
          <a:xfrm>
            <a:off x="255460" y="0"/>
            <a:ext cx="5544839" cy="1637730"/>
          </a:xfrm>
        </p:spPr>
        <p:txBody>
          <a:bodyPr>
            <a:normAutofit/>
          </a:bodyPr>
          <a:lstStyle/>
          <a:p>
            <a:pPr algn="ctr"/>
            <a:r>
              <a:rPr lang="es-CL" sz="4400" dirty="0"/>
              <a:t>Johnson y la imagen del mosaico</a:t>
            </a:r>
          </a:p>
        </p:txBody>
      </p:sp>
      <p:sp>
        <p:nvSpPr>
          <p:cNvPr id="3" name="Marcador de contenido 2">
            <a:extLst>
              <a:ext uri="{FF2B5EF4-FFF2-40B4-BE49-F238E27FC236}">
                <a16:creationId xmlns:a16="http://schemas.microsoft.com/office/drawing/2014/main" id="{3B3D64FA-E699-1001-B535-145810D1F42B}"/>
              </a:ext>
            </a:extLst>
          </p:cNvPr>
          <p:cNvSpPr>
            <a:spLocks noGrp="1"/>
          </p:cNvSpPr>
          <p:nvPr>
            <p:ph idx="1"/>
          </p:nvPr>
        </p:nvSpPr>
        <p:spPr>
          <a:xfrm>
            <a:off x="142636" y="1632203"/>
            <a:ext cx="5770486" cy="5149597"/>
          </a:xfrm>
        </p:spPr>
        <p:txBody>
          <a:bodyPr>
            <a:normAutofit fontScale="47500" lnSpcReduction="20000"/>
          </a:bodyPr>
          <a:lstStyle/>
          <a:p>
            <a:pPr algn="just"/>
            <a:r>
              <a:rPr lang="es-CL" sz="4000" dirty="0">
                <a:ea typeface="Calibri" panose="020F0502020204030204" pitchFamily="34" charset="0"/>
              </a:rPr>
              <a:t>R</a:t>
            </a:r>
            <a:r>
              <a:rPr lang="es-CL" sz="4000" dirty="0">
                <a:effectLst/>
                <a:ea typeface="Calibri" panose="020F0502020204030204" pitchFamily="34" charset="0"/>
              </a:rPr>
              <a:t>esaltar que la figura de María es diversa y compleja desde la Escritura misma. </a:t>
            </a:r>
          </a:p>
          <a:p>
            <a:pPr algn="just"/>
            <a:r>
              <a:rPr lang="es-CL" sz="4000" dirty="0">
                <a:ea typeface="Calibri" panose="020F0502020204030204" pitchFamily="34" charset="0"/>
              </a:rPr>
              <a:t>C</a:t>
            </a:r>
            <a:r>
              <a:rPr lang="es-CL" sz="4000" dirty="0">
                <a:effectLst/>
                <a:ea typeface="Calibri" panose="020F0502020204030204" pitchFamily="34" charset="0"/>
              </a:rPr>
              <a:t>ada uno de los cuatro Evangelios retrata a María de una forma diferente, en concordancia con su propia perspectiva teológica</a:t>
            </a:r>
            <a:r>
              <a:rPr lang="es-CL" sz="4000" dirty="0">
                <a:ea typeface="Calibri" panose="020F0502020204030204" pitchFamily="34" charset="0"/>
              </a:rPr>
              <a:t>.</a:t>
            </a:r>
          </a:p>
          <a:p>
            <a:pPr algn="just"/>
            <a:r>
              <a:rPr lang="es-CL" sz="4000" dirty="0">
                <a:ea typeface="Calibri" panose="020F0502020204030204" pitchFamily="34" charset="0"/>
                <a:cs typeface="Times New Roman" panose="02020603050405020304" pitchFamily="18" charset="0"/>
              </a:rPr>
              <a:t>Por lo tanto, n</a:t>
            </a:r>
            <a:r>
              <a:rPr lang="es-CL" sz="4000" dirty="0">
                <a:effectLst/>
                <a:ea typeface="Calibri" panose="020F0502020204030204" pitchFamily="34" charset="0"/>
                <a:cs typeface="Times New Roman" panose="02020603050405020304" pitchFamily="18" charset="0"/>
              </a:rPr>
              <a:t>o es posible construir una visión sintética de la figura de María a partir de la Escritura. </a:t>
            </a:r>
          </a:p>
          <a:p>
            <a:pPr algn="just"/>
            <a:r>
              <a:rPr lang="es-CL" sz="4000" dirty="0">
                <a:effectLst/>
                <a:ea typeface="Calibri" panose="020F0502020204030204" pitchFamily="34" charset="0"/>
                <a:cs typeface="Times New Roman" panose="02020603050405020304" pitchFamily="18" charset="0"/>
              </a:rPr>
              <a:t>Frente a esta constatación, que además reconoce y celebra, Johnson propone que cada escena bíblica sea como la pieza de un mosaico</a:t>
            </a:r>
          </a:p>
          <a:p>
            <a:pPr algn="just"/>
            <a:r>
              <a:rPr lang="es-CL" sz="4000" dirty="0">
                <a:effectLst/>
                <a:ea typeface="Calibri" panose="020F0502020204030204" pitchFamily="34" charset="0"/>
                <a:cs typeface="Times New Roman" panose="02020603050405020304" pitchFamily="18" charset="0"/>
              </a:rPr>
              <a:t> Cada relato es una tesela de color que arroja luz sobre esta mujer que, llena del Espíritu, participa en la tarea redentora de Dios en compañía de otras personas significativas del evangelio</a:t>
            </a:r>
          </a:p>
          <a:p>
            <a:pPr algn="just"/>
            <a:r>
              <a:rPr lang="es-CL" sz="4000" dirty="0">
                <a:effectLst/>
                <a:ea typeface="Calibri" panose="020F0502020204030204" pitchFamily="34" charset="0"/>
                <a:cs typeface="Times New Roman" panose="02020603050405020304" pitchFamily="18" charset="0"/>
              </a:rPr>
              <a:t>Cada texto muestra una imagen discontinua, de manera que, cada uno por separado, no es capaz de ofrecer un cuadro completo. Son piezas que se complementan y requieren mutuamente</a:t>
            </a:r>
          </a:p>
          <a:p>
            <a:pPr algn="just"/>
            <a:endParaRPr lang="es-CL" sz="1100" dirty="0">
              <a:effectLst/>
              <a:ea typeface="Calibri" panose="020F0502020204030204" pitchFamily="34" charset="0"/>
              <a:cs typeface="Times New Roman" panose="02020603050405020304" pitchFamily="18" charset="0"/>
            </a:endParaRPr>
          </a:p>
          <a:p>
            <a:pPr algn="just"/>
            <a:endParaRPr lang="es-CL" sz="1100" dirty="0"/>
          </a:p>
        </p:txBody>
      </p:sp>
      <p:pic>
        <p:nvPicPr>
          <p:cNvPr id="5" name="Imagen 4">
            <a:extLst>
              <a:ext uri="{FF2B5EF4-FFF2-40B4-BE49-F238E27FC236}">
                <a16:creationId xmlns:a16="http://schemas.microsoft.com/office/drawing/2014/main" id="{A4418522-ED89-65CB-1872-811DCE52C730}"/>
              </a:ext>
            </a:extLst>
          </p:cNvPr>
          <p:cNvPicPr>
            <a:picLocks noChangeAspect="1"/>
          </p:cNvPicPr>
          <p:nvPr/>
        </p:nvPicPr>
        <p:blipFill>
          <a:blip r:embed="rId2">
            <a:extLst>
              <a:ext uri="{28A0092B-C50C-407E-A947-70E740481C1C}">
                <a14:useLocalDpi xmlns:a14="http://schemas.microsoft.com/office/drawing/2010/main" val="0"/>
              </a:ext>
            </a:extLst>
          </a:blip>
          <a:srcRect l="10499" r="28387" b="-1"/>
          <a:stretch/>
        </p:blipFill>
        <p:spPr>
          <a:xfrm>
            <a:off x="5913124" y="10"/>
            <a:ext cx="6278877" cy="6857990"/>
          </a:xfrm>
          <a:custGeom>
            <a:avLst/>
            <a:gdLst/>
            <a:ahLst/>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p:spPr>
      </p:pic>
      <p:sp>
        <p:nvSpPr>
          <p:cNvPr id="10" name="Freeform: Shape 9">
            <a:extLst>
              <a:ext uri="{FF2B5EF4-FFF2-40B4-BE49-F238E27FC236}">
                <a16:creationId xmlns:a16="http://schemas.microsoft.com/office/drawing/2014/main" id="{484E34F7-E155-426C-A88E-8AEA6CF3F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3" y="0"/>
            <a:ext cx="627887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79226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62" name="Rectangle 6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64" name="Rectangle 6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 name="Título 1">
            <a:extLst>
              <a:ext uri="{FF2B5EF4-FFF2-40B4-BE49-F238E27FC236}">
                <a16:creationId xmlns:a16="http://schemas.microsoft.com/office/drawing/2014/main" id="{F426A49B-6B78-CBED-4960-63318AE2E174}"/>
              </a:ext>
            </a:extLst>
          </p:cNvPr>
          <p:cNvSpPr>
            <a:spLocks noGrp="1"/>
          </p:cNvSpPr>
          <p:nvPr>
            <p:ph type="title"/>
          </p:nvPr>
        </p:nvSpPr>
        <p:spPr>
          <a:xfrm>
            <a:off x="1069848" y="484632"/>
            <a:ext cx="10058400" cy="1609344"/>
          </a:xfrm>
        </p:spPr>
        <p:txBody>
          <a:bodyPr>
            <a:normAutofit/>
          </a:bodyPr>
          <a:lstStyle/>
          <a:p>
            <a:r>
              <a:rPr lang="es-CL"/>
              <a:t>Hermenéutica feminista</a:t>
            </a:r>
          </a:p>
        </p:txBody>
      </p:sp>
      <p:pic>
        <p:nvPicPr>
          <p:cNvPr id="5" name="Imagen 4">
            <a:extLst>
              <a:ext uri="{FF2B5EF4-FFF2-40B4-BE49-F238E27FC236}">
                <a16:creationId xmlns:a16="http://schemas.microsoft.com/office/drawing/2014/main" id="{8763732C-E83E-7F35-2842-CA4012D53D10}"/>
              </a:ext>
            </a:extLst>
          </p:cNvPr>
          <p:cNvPicPr>
            <a:picLocks noChangeAspect="1"/>
          </p:cNvPicPr>
          <p:nvPr/>
        </p:nvPicPr>
        <p:blipFill>
          <a:blip r:embed="rId4">
            <a:extLst>
              <a:ext uri="{28A0092B-C50C-407E-A947-70E740481C1C}">
                <a14:useLocalDpi xmlns:a14="http://schemas.microsoft.com/office/drawing/2010/main" val="0"/>
              </a:ext>
            </a:extLst>
          </a:blip>
          <a:srcRect l="12126" r="22753" b="1"/>
          <a:stretch/>
        </p:blipFill>
        <p:spPr>
          <a:xfrm>
            <a:off x="1007196" y="2265037"/>
            <a:ext cx="5088800" cy="3907158"/>
          </a:xfrm>
          <a:prstGeom prst="rect">
            <a:avLst/>
          </a:prstGeom>
        </p:spPr>
      </p:pic>
      <p:sp>
        <p:nvSpPr>
          <p:cNvPr id="3" name="Marcador de contenido 2">
            <a:extLst>
              <a:ext uri="{FF2B5EF4-FFF2-40B4-BE49-F238E27FC236}">
                <a16:creationId xmlns:a16="http://schemas.microsoft.com/office/drawing/2014/main" id="{713F0F95-F382-3872-33A5-EC81B64C0D8D}"/>
              </a:ext>
            </a:extLst>
          </p:cNvPr>
          <p:cNvSpPr>
            <a:spLocks noGrp="1"/>
          </p:cNvSpPr>
          <p:nvPr>
            <p:ph idx="1"/>
          </p:nvPr>
        </p:nvSpPr>
        <p:spPr>
          <a:xfrm>
            <a:off x="6248400" y="2418832"/>
            <a:ext cx="5182518" cy="4432201"/>
          </a:xfrm>
        </p:spPr>
        <p:txBody>
          <a:bodyPr anchor="ctr">
            <a:normAutofit fontScale="70000" lnSpcReduction="20000"/>
          </a:bodyPr>
          <a:lstStyle/>
          <a:p>
            <a:pPr algn="just"/>
            <a:r>
              <a:rPr lang="es-CL" sz="2400" dirty="0">
                <a:effectLst/>
                <a:ea typeface="Calibri" panose="020F0502020204030204" pitchFamily="34" charset="0"/>
                <a:cs typeface="Times New Roman" panose="02020603050405020304" pitchFamily="18" charset="0"/>
              </a:rPr>
              <a:t>Se preocupa por la cuestión crítica del sesgo de género, tanto en la composición como en la interpretación de los textos.</a:t>
            </a:r>
          </a:p>
          <a:p>
            <a:pPr algn="just"/>
            <a:r>
              <a:rPr lang="es-CL" sz="2400" dirty="0">
                <a:ea typeface="Calibri" panose="020F0502020204030204" pitchFamily="34" charset="0"/>
                <a:cs typeface="Times New Roman" panose="02020603050405020304" pitchFamily="18" charset="0"/>
              </a:rPr>
              <a:t>Esto</a:t>
            </a:r>
            <a:r>
              <a:rPr lang="es-CL" sz="2400" dirty="0">
                <a:effectLst/>
                <a:ea typeface="Calibri" panose="020F0502020204030204" pitchFamily="34" charset="0"/>
                <a:cs typeface="Times New Roman" panose="02020603050405020304" pitchFamily="18" charset="0"/>
              </a:rPr>
              <a:t> arroja luz sobre el hecho de que la Escritura inspirada no está libre de los pecados y males que marcaron la cultura y contexto en los que fueron escritos, como por ejemplo la aceptación de la esclavitud, la violencia y el patriarcado.</a:t>
            </a:r>
          </a:p>
          <a:p>
            <a:pPr algn="just"/>
            <a:r>
              <a:rPr lang="es-CL" sz="2400" dirty="0">
                <a:ea typeface="Calibri" panose="020F0502020204030204" pitchFamily="34" charset="0"/>
              </a:rPr>
              <a:t>L</a:t>
            </a:r>
            <a:r>
              <a:rPr lang="es-CL" sz="2400" dirty="0">
                <a:effectLst/>
                <a:ea typeface="Calibri" panose="020F0502020204030204" pitchFamily="34" charset="0"/>
              </a:rPr>
              <a:t>a hermenéutica feminista ve la necesidad de liberar los textos, de modo que éstos sean un aliado para el florecimiento de las mujeres. Hoy existe una amplia gama de estos métodos de interpretación. </a:t>
            </a:r>
          </a:p>
          <a:p>
            <a:pPr algn="just"/>
            <a:r>
              <a:rPr lang="es-CL" sz="2400" dirty="0">
                <a:ea typeface="Calibri" panose="020F0502020204030204" pitchFamily="34" charset="0"/>
                <a:cs typeface="Times New Roman" panose="02020603050405020304" pitchFamily="18" charset="0"/>
              </a:rPr>
              <a:t>O</a:t>
            </a:r>
            <a:r>
              <a:rPr lang="es-CL" sz="2400" dirty="0">
                <a:effectLst/>
                <a:ea typeface="Calibri" panose="020F0502020204030204" pitchFamily="34" charset="0"/>
                <a:cs typeface="Times New Roman" panose="02020603050405020304" pitchFamily="18" charset="0"/>
              </a:rPr>
              <a:t>bjetivo común: desarticular las ideas patriarcales subyacentes en los textos y que muchas veces ni siquiera se perciben, con el fin de rescatar significados, voces y mujeres que se han perdido en la narración patriarcal de la historia</a:t>
            </a:r>
          </a:p>
          <a:p>
            <a:pPr algn="just"/>
            <a:endParaRPr lang="es-CL" sz="1400" dirty="0">
              <a:effectLst/>
              <a:ea typeface="Calibri" panose="020F0502020204030204" pitchFamily="34" charset="0"/>
              <a:cs typeface="Times New Roman" panose="02020603050405020304" pitchFamily="18" charset="0"/>
            </a:endParaRPr>
          </a:p>
          <a:p>
            <a:pPr algn="just"/>
            <a:endParaRPr lang="es-CL" sz="1400" dirty="0"/>
          </a:p>
        </p:txBody>
      </p:sp>
      <p:sp>
        <p:nvSpPr>
          <p:cNvPr id="66" name="Oval 6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8" name="Oval 6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880759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9">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DF34CC8-812F-2521-A271-8267C3CC5D72}"/>
              </a:ext>
            </a:extLst>
          </p:cNvPr>
          <p:cNvSpPr>
            <a:spLocks noGrp="1"/>
          </p:cNvSpPr>
          <p:nvPr>
            <p:ph type="title"/>
          </p:nvPr>
        </p:nvSpPr>
        <p:spPr>
          <a:xfrm>
            <a:off x="6400799" y="171119"/>
            <a:ext cx="5299586" cy="1609344"/>
          </a:xfrm>
          <a:ln>
            <a:noFill/>
          </a:ln>
        </p:spPr>
        <p:txBody>
          <a:bodyPr>
            <a:normAutofit/>
          </a:bodyPr>
          <a:lstStyle/>
          <a:p>
            <a:pPr algn="ctr"/>
            <a:r>
              <a:rPr lang="es-CL" sz="4000" dirty="0"/>
              <a:t>Mosaico y hermenéutica feminista</a:t>
            </a:r>
          </a:p>
        </p:txBody>
      </p:sp>
      <p:pic>
        <p:nvPicPr>
          <p:cNvPr id="5" name="Imagen 4">
            <a:extLst>
              <a:ext uri="{FF2B5EF4-FFF2-40B4-BE49-F238E27FC236}">
                <a16:creationId xmlns:a16="http://schemas.microsoft.com/office/drawing/2014/main" id="{485D0C94-D428-BBD8-201C-F7071BE8CF8F}"/>
              </a:ext>
            </a:extLst>
          </p:cNvPr>
          <p:cNvPicPr>
            <a:picLocks noChangeAspect="1"/>
          </p:cNvPicPr>
          <p:nvPr/>
        </p:nvPicPr>
        <p:blipFill>
          <a:blip r:embed="rId3">
            <a:extLst>
              <a:ext uri="{28A0092B-C50C-407E-A947-70E740481C1C}">
                <a14:useLocalDpi xmlns:a14="http://schemas.microsoft.com/office/drawing/2010/main" val="0"/>
              </a:ext>
            </a:extLst>
          </a:blip>
          <a:srcRect l="23121" r="27121"/>
          <a:stretch/>
        </p:blipFill>
        <p:spPr>
          <a:xfrm>
            <a:off x="1" y="10"/>
            <a:ext cx="6066502" cy="6857989"/>
          </a:xfrm>
          <a:prstGeom prst="rect">
            <a:avLst/>
          </a:prstGeom>
        </p:spPr>
      </p:pic>
      <p:sp>
        <p:nvSpPr>
          <p:cNvPr id="3" name="Marcador de contenido 2">
            <a:extLst>
              <a:ext uri="{FF2B5EF4-FFF2-40B4-BE49-F238E27FC236}">
                <a16:creationId xmlns:a16="http://schemas.microsoft.com/office/drawing/2014/main" id="{72CB584B-D2F3-56ED-C8CC-32F3A42001B2}"/>
              </a:ext>
            </a:extLst>
          </p:cNvPr>
          <p:cNvSpPr>
            <a:spLocks noGrp="1"/>
          </p:cNvSpPr>
          <p:nvPr>
            <p:ph idx="1"/>
          </p:nvPr>
        </p:nvSpPr>
        <p:spPr>
          <a:xfrm>
            <a:off x="6400799" y="1698171"/>
            <a:ext cx="5299585" cy="4474029"/>
          </a:xfrm>
        </p:spPr>
        <p:txBody>
          <a:bodyPr>
            <a:normAutofit fontScale="92500" lnSpcReduction="10000"/>
          </a:bodyPr>
          <a:lstStyle/>
          <a:p>
            <a:pPr algn="just"/>
            <a:r>
              <a:rPr lang="es-CL" sz="1800" dirty="0">
                <a:ea typeface="Calibri" panose="020F0502020204030204" pitchFamily="34" charset="0"/>
              </a:rPr>
              <a:t>E</a:t>
            </a:r>
            <a:r>
              <a:rPr lang="es-CL" sz="1800" dirty="0">
                <a:effectLst/>
                <a:ea typeface="Calibri" panose="020F0502020204030204" pitchFamily="34" charset="0"/>
              </a:rPr>
              <a:t>sta imagen no sólo nos ayuda a comprender cómo pueden operar los distintos relatos bíblicos en el conocimiento de la figura de María, como una mujer con muchas facetas, sino que también es imagen de las distintas experiencias que las mujeres tienen hoy con el Espíritu. </a:t>
            </a:r>
          </a:p>
          <a:p>
            <a:pPr algn="just"/>
            <a:r>
              <a:rPr lang="es-CL" sz="1800" dirty="0">
                <a:ea typeface="Calibri" panose="020F0502020204030204" pitchFamily="34" charset="0"/>
              </a:rPr>
              <a:t>Permite incorporar y generar nuevos ángulos de visión y comprensión. </a:t>
            </a:r>
            <a:endParaRPr lang="es-CL" sz="1800" dirty="0">
              <a:effectLst/>
              <a:ea typeface="Calibri" panose="020F0502020204030204" pitchFamily="34" charset="0"/>
            </a:endParaRPr>
          </a:p>
          <a:p>
            <a:pPr algn="just"/>
            <a:r>
              <a:rPr lang="es-CL" sz="1800" dirty="0">
                <a:ea typeface="Calibri" panose="020F0502020204030204" pitchFamily="34" charset="0"/>
                <a:cs typeface="Times New Roman" panose="02020603050405020304" pitchFamily="18" charset="0"/>
              </a:rPr>
              <a:t>Posibilita también</a:t>
            </a:r>
            <a:r>
              <a:rPr lang="es-CL" sz="1800" dirty="0">
                <a:effectLst/>
                <a:ea typeface="Calibri" panose="020F0502020204030204" pitchFamily="34" charset="0"/>
                <a:cs typeface="Times New Roman" panose="02020603050405020304" pitchFamily="18" charset="0"/>
              </a:rPr>
              <a:t> que entren en relación lo que los estudiosos han denominado </a:t>
            </a:r>
            <a:r>
              <a:rPr lang="es-CL" sz="1800" i="1" dirty="0">
                <a:effectLst/>
                <a:ea typeface="Calibri" panose="020F0502020204030204" pitchFamily="34" charset="0"/>
                <a:cs typeface="Times New Roman" panose="02020603050405020304" pitchFamily="18" charset="0"/>
              </a:rPr>
              <a:t>mundos</a:t>
            </a:r>
            <a:r>
              <a:rPr lang="es-CL" sz="1800" dirty="0">
                <a:effectLst/>
                <a:ea typeface="Calibri" panose="020F0502020204030204" pitchFamily="34" charset="0"/>
                <a:cs typeface="Times New Roman" panose="02020603050405020304" pitchFamily="18" charset="0"/>
              </a:rPr>
              <a:t> del texto. </a:t>
            </a:r>
          </a:p>
          <a:p>
            <a:pPr lvl="1" algn="just"/>
            <a:r>
              <a:rPr lang="es-CL" dirty="0">
                <a:effectLst/>
                <a:ea typeface="Calibri" panose="020F0502020204030204" pitchFamily="34" charset="0"/>
                <a:cs typeface="Times New Roman" panose="02020603050405020304" pitchFamily="18" charset="0"/>
              </a:rPr>
              <a:t>se pone atención a lo que se encuentra </a:t>
            </a:r>
            <a:r>
              <a:rPr lang="es-CL" i="1" dirty="0">
                <a:effectLst/>
                <a:ea typeface="Calibri" panose="020F0502020204030204" pitchFamily="34" charset="0"/>
                <a:cs typeface="Times New Roman" panose="02020603050405020304" pitchFamily="18" charset="0"/>
              </a:rPr>
              <a:t>detrás</a:t>
            </a:r>
            <a:r>
              <a:rPr lang="es-CL" dirty="0">
                <a:effectLst/>
                <a:ea typeface="Calibri" panose="020F0502020204030204" pitchFamily="34" charset="0"/>
                <a:cs typeface="Times New Roman" panose="02020603050405020304" pitchFamily="18" charset="0"/>
              </a:rPr>
              <a:t> del texto: el mundo histórico concreto en el que María vivió</a:t>
            </a:r>
          </a:p>
          <a:p>
            <a:pPr lvl="1" algn="just"/>
            <a:r>
              <a:rPr lang="es-CL" dirty="0">
                <a:effectLst/>
                <a:ea typeface="Calibri" panose="020F0502020204030204" pitchFamily="34" charset="0"/>
                <a:cs typeface="Times New Roman" panose="02020603050405020304" pitchFamily="18" charset="0"/>
              </a:rPr>
              <a:t>se está atento al mundo </a:t>
            </a:r>
            <a:r>
              <a:rPr lang="es-CL" i="1" dirty="0">
                <a:effectLst/>
                <a:ea typeface="Calibri" panose="020F0502020204030204" pitchFamily="34" charset="0"/>
                <a:cs typeface="Times New Roman" panose="02020603050405020304" pitchFamily="18" charset="0"/>
              </a:rPr>
              <a:t>del</a:t>
            </a:r>
            <a:r>
              <a:rPr lang="es-CL" dirty="0">
                <a:effectLst/>
                <a:ea typeface="Calibri" panose="020F0502020204030204" pitchFamily="34" charset="0"/>
                <a:cs typeface="Times New Roman" panose="02020603050405020304" pitchFamily="18" charset="0"/>
              </a:rPr>
              <a:t> texto: la visión teológica de María que tiene cada evangelista. </a:t>
            </a:r>
          </a:p>
          <a:p>
            <a:pPr lvl="1" algn="just"/>
            <a:r>
              <a:rPr lang="es-CL" dirty="0">
                <a:ea typeface="Calibri" panose="020F0502020204030204" pitchFamily="34" charset="0"/>
                <a:cs typeface="Times New Roman" panose="02020603050405020304" pitchFamily="18" charset="0"/>
              </a:rPr>
              <a:t>p</a:t>
            </a:r>
            <a:r>
              <a:rPr lang="es-CL" dirty="0">
                <a:effectLst/>
                <a:ea typeface="Calibri" panose="020F0502020204030204" pitchFamily="34" charset="0"/>
                <a:cs typeface="Times New Roman" panose="02020603050405020304" pitchFamily="18" charset="0"/>
              </a:rPr>
              <a:t>or el último </a:t>
            </a:r>
            <a:r>
              <a:rPr lang="es-CL" i="1" dirty="0">
                <a:effectLst/>
                <a:ea typeface="Calibri" panose="020F0502020204030204" pitchFamily="34" charset="0"/>
                <a:cs typeface="Times New Roman" panose="02020603050405020304" pitchFamily="18" charset="0"/>
              </a:rPr>
              <a:t>delante</a:t>
            </a:r>
            <a:r>
              <a:rPr lang="es-CL" dirty="0">
                <a:effectLst/>
                <a:ea typeface="Calibri" panose="020F0502020204030204" pitchFamily="34" charset="0"/>
                <a:cs typeface="Times New Roman" panose="02020603050405020304" pitchFamily="18" charset="0"/>
              </a:rPr>
              <a:t> del texto, a saber, la lucha de las mujeres por su participación plena en todas las dimensiones de la vida</a:t>
            </a:r>
          </a:p>
          <a:p>
            <a:endParaRPr lang="es-CL" sz="1400" dirty="0"/>
          </a:p>
        </p:txBody>
      </p:sp>
      <p:grpSp>
        <p:nvGrpSpPr>
          <p:cNvPr id="19" name="Group 11">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3">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0509253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etras en madera">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Letras en madera</Template>
  <TotalTime>17</TotalTime>
  <Words>524</Words>
  <Application>Microsoft Macintosh PowerPoint</Application>
  <PresentationFormat>Panorámica</PresentationFormat>
  <Paragraphs>25</Paragraphs>
  <Slides>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vt:i4>
      </vt:variant>
    </vt:vector>
  </HeadingPairs>
  <TitlesOfParts>
    <vt:vector size="12" baseType="lpstr">
      <vt:lpstr>Arial</vt:lpstr>
      <vt:lpstr>Calibri</vt:lpstr>
      <vt:lpstr>Rockwell</vt:lpstr>
      <vt:lpstr>Rockwell Condensed</vt:lpstr>
      <vt:lpstr>Rockwell Extra Bold</vt:lpstr>
      <vt:lpstr>Wingdings</vt:lpstr>
      <vt:lpstr>Letras en madera</vt:lpstr>
      <vt:lpstr>Síntesis marialogía bíblica </vt:lpstr>
      <vt:lpstr>Un recordatorio…</vt:lpstr>
      <vt:lpstr>Johnson y la imagen del mosaico</vt:lpstr>
      <vt:lpstr>Hermenéutica feminista</vt:lpstr>
      <vt:lpstr>Mosaico y hermenéutica feminista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Blanca Besa Bandeira</dc:creator>
  <cp:lastModifiedBy>Blanca Besa Bandeira</cp:lastModifiedBy>
  <cp:revision>1</cp:revision>
  <dcterms:created xsi:type="dcterms:W3CDTF">2024-11-15T01:36:31Z</dcterms:created>
  <dcterms:modified xsi:type="dcterms:W3CDTF">2024-11-15T01:54:24Z</dcterms:modified>
</cp:coreProperties>
</file>