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65" r:id="rId3"/>
    <p:sldId id="287" r:id="rId4"/>
    <p:sldId id="267" r:id="rId5"/>
    <p:sldId id="270" r:id="rId6"/>
    <p:sldId id="271" r:id="rId7"/>
    <p:sldId id="269" r:id="rId8"/>
    <p:sldId id="278" r:id="rId9"/>
    <p:sldId id="284" r:id="rId1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4"/>
    <p:restoredTop sz="92705"/>
  </p:normalViewPr>
  <p:slideViewPr>
    <p:cSldViewPr snapToGrid="0" snapToObjects="1">
      <p:cViewPr varScale="1">
        <p:scale>
          <a:sx n="89" d="100"/>
          <a:sy n="89" d="100"/>
        </p:scale>
        <p:origin x="5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EBD01-8AC9-844E-9DF4-CA932C3F823B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CA99B-6629-CB49-A153-75911B54A7E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781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384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306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929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8084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361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77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582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33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869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355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42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3E3E1-D3F4-BB4F-B389-6ADEE42928B7}" type="datetimeFigureOut">
              <a:rPr lang="es-ES_tradnl" smtClean="0"/>
              <a:t>24/3/23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222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bg1"/>
                </a:solidFill>
              </a:rPr>
              <a:t>FEMINISMO Y TEOLOGÍA</a:t>
            </a:r>
          </a:p>
        </p:txBody>
      </p:sp>
    </p:spTree>
    <p:extLst>
      <p:ext uri="{BB962C8B-B14F-4D97-AF65-F5344CB8AC3E}">
        <p14:creationId xmlns:p14="http://schemas.microsoft.com/office/powerpoint/2010/main" val="111719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IGLESIA EN EL MUNDO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62574"/>
            <a:ext cx="10515600" cy="1789445"/>
          </a:xfrm>
        </p:spPr>
        <p:txBody>
          <a:bodyPr/>
          <a:lstStyle/>
          <a:p>
            <a:r>
              <a:rPr lang="es-ES_tradnl" dirty="0"/>
              <a:t>Concilio Vaticano II, Constitución </a:t>
            </a:r>
            <a:r>
              <a:rPr lang="es-ES_tradnl" dirty="0" err="1"/>
              <a:t>Gaudium</a:t>
            </a:r>
            <a:r>
              <a:rPr lang="es-ES_tradnl" dirty="0"/>
              <a:t> et </a:t>
            </a:r>
            <a:r>
              <a:rPr lang="es-ES_tradnl" dirty="0" err="1"/>
              <a:t>Spes</a:t>
            </a:r>
            <a:r>
              <a:rPr lang="es-ES_tradnl" dirty="0"/>
              <a:t>:</a:t>
            </a:r>
          </a:p>
          <a:p>
            <a:pPr marL="0" indent="0" algn="just">
              <a:buNone/>
            </a:pPr>
            <a:r>
              <a:rPr lang="es-ES_tradnl" i="1" dirty="0"/>
              <a:t>La Iglesia no puede cumplir su misión sino en diálogo con el mundo, buscando “escrutar a fondo los signos de la época e interpretarlos a la luz del Evangelio” </a:t>
            </a:r>
            <a:r>
              <a:rPr lang="es-ES_tradnl" sz="1800" dirty="0"/>
              <a:t>(nº4)</a:t>
            </a:r>
            <a:r>
              <a:rPr lang="es-ES_tradnl" sz="1800" dirty="0">
                <a:effectLst/>
              </a:rPr>
              <a:t> </a:t>
            </a:r>
            <a:endParaRPr lang="es-ES_tradnl" sz="1800" dirty="0"/>
          </a:p>
          <a:p>
            <a:endParaRPr lang="es-ES_tradnl" dirty="0"/>
          </a:p>
        </p:txBody>
      </p:sp>
      <p:sp>
        <p:nvSpPr>
          <p:cNvPr id="4" name="CuadroTexto 3"/>
          <p:cNvSpPr txBox="1"/>
          <p:nvPr/>
        </p:nvSpPr>
        <p:spPr>
          <a:xfrm>
            <a:off x="838200" y="3615070"/>
            <a:ext cx="10730023" cy="2954655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¿Se puede decir que hay algo del Espíritu en el movimiento feminista?</a:t>
            </a:r>
          </a:p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 ¿Habrá algo que Dios nos esté queriendo decir a través del clamor de las mujeres? </a:t>
            </a:r>
          </a:p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¿Estaremos frente a lo que el Concilio llama «signos de los tiempos»?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4250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325464"/>
            <a:ext cx="10515600" cy="6183824"/>
          </a:xfrm>
        </p:spPr>
        <p:txBody>
          <a:bodyPr>
            <a:normAutofit/>
          </a:bodyPr>
          <a:lstStyle/>
          <a:p>
            <a:pPr algn="just"/>
            <a:endParaRPr lang="es-ES_tradnl" dirty="0"/>
          </a:p>
          <a:p>
            <a:pPr algn="just"/>
            <a:r>
              <a:rPr lang="es-ES_tradnl" dirty="0"/>
              <a:t>Perspectiva de género como un instrumental para analizar las situaciones de asimetría social y para alentar una mayor equidad de relaciones.</a:t>
            </a:r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La teología debe plantearse el desafío y la oportunidad de esta mediación socio-analítica para ampliar y profundizar sus puntos de vista. </a:t>
            </a:r>
          </a:p>
        </p:txBody>
      </p:sp>
    </p:spTree>
    <p:extLst>
      <p:ext uri="{BB962C8B-B14F-4D97-AF65-F5344CB8AC3E}">
        <p14:creationId xmlns:p14="http://schemas.microsoft.com/office/powerpoint/2010/main" val="136667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6572" y="0"/>
            <a:ext cx="10515600" cy="1325563"/>
          </a:xfrm>
        </p:spPr>
        <p:txBody>
          <a:bodyPr/>
          <a:lstStyle/>
          <a:p>
            <a:r>
              <a:rPr lang="es-ES_tradnl" dirty="0"/>
              <a:t>APORTES DE LA TEORÍAS DE GÉNERO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37489" y="909287"/>
            <a:ext cx="10515600" cy="310788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dirty="0"/>
              <a:t>Mostrar cuánto y de qué manera influye la cultura social en la relación entre varones y mujeres, desenmascarando la discriminación y subordinación que las mujeres han sufrido.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_tradnl" sz="2400" dirty="0"/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dirty="0"/>
              <a:t>La categoría de género ha permitido terminar con la creencia de que el papel de la cultura es neutro en la construcción de las relaciones entre varones y mujeres.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475806" y="3600893"/>
            <a:ext cx="11283803" cy="3108543"/>
          </a:xfrm>
          <a:prstGeom prst="rect">
            <a:avLst/>
          </a:prstGeom>
          <a:noFill/>
          <a:ln w="508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El impacto que la cultura ejerce sobre la constitución de la identidad y de las relaciones sexuadas de las personas.</a:t>
            </a:r>
          </a:p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Mostrar cómo la diferencia sexual ha sido origen de la desigualdad.</a:t>
            </a:r>
            <a:r>
              <a:rPr lang="es-ES_tradnl" sz="2800" b="1" dirty="0">
                <a:solidFill>
                  <a:srgbClr val="7030A0"/>
                </a:solidFill>
                <a:effectLst/>
              </a:rPr>
              <a:t> </a:t>
            </a:r>
            <a:br>
              <a:rPr lang="es-ES_tradnl" sz="2800" b="1" dirty="0">
                <a:solidFill>
                  <a:srgbClr val="7030A0"/>
                </a:solidFill>
                <a:effectLst/>
              </a:rPr>
            </a:br>
            <a:endParaRPr lang="es-ES_tradnl" sz="2800" b="1" dirty="0">
              <a:solidFill>
                <a:srgbClr val="7030A0"/>
              </a:solidFill>
              <a:effectLst/>
            </a:endParaRPr>
          </a:p>
          <a:p>
            <a:pPr algn="ctr"/>
            <a:r>
              <a:rPr lang="es-ES_tradnl" sz="2800" b="1" dirty="0">
                <a:solidFill>
                  <a:srgbClr val="7030A0"/>
                </a:solidFill>
              </a:rPr>
              <a:t>VISIBILIZAR LAS ESTRUCTURAS DE OPRESIÓN QUE SE HAN NATURALIZADO EN LA CULTURA.</a:t>
            </a:r>
          </a:p>
          <a:p>
            <a:pPr marL="457200" indent="-457200" algn="just">
              <a:buFont typeface="Arial" charset="0"/>
              <a:buChar char="•"/>
            </a:pPr>
            <a:endParaRPr lang="es-ES_tradnl" sz="2800" b="1" dirty="0">
              <a:solidFill>
                <a:srgbClr val="7030A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91878" y="1539898"/>
            <a:ext cx="729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rgbClr val="7030A0"/>
                </a:solidFill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60140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6572" y="0"/>
            <a:ext cx="10515600" cy="1325563"/>
          </a:xfrm>
        </p:spPr>
        <p:txBody>
          <a:bodyPr/>
          <a:lstStyle/>
          <a:p>
            <a:r>
              <a:rPr lang="es-ES_tradnl" dirty="0"/>
              <a:t>APORTES DE LA TEORÍAS DE GÉNERO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06761" y="1685142"/>
            <a:ext cx="10515600" cy="310788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dirty="0"/>
              <a:t>Distinción entre sexo y género: permite superar una visión de la persona humana que se centre de manera </a:t>
            </a:r>
            <a:r>
              <a:rPr lang="es-ES_tradnl" sz="2400" b="1" dirty="0"/>
              <a:t>exclusiva</a:t>
            </a:r>
            <a:r>
              <a:rPr lang="es-ES_tradnl" sz="2400" dirty="0"/>
              <a:t> en la condición biológica.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475806" y="3600893"/>
            <a:ext cx="11283803" cy="954107"/>
          </a:xfrm>
          <a:prstGeom prst="rect">
            <a:avLst/>
          </a:prstGeom>
          <a:noFill/>
          <a:ln w="508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b="1" dirty="0">
                <a:solidFill>
                  <a:srgbClr val="7030A0"/>
                </a:solidFill>
              </a:rPr>
              <a:t>Permite demostrar que los problemas de opresión se encuentran en el plano simbólico de la cultura y no en el de naturaleza.</a:t>
            </a:r>
            <a:r>
              <a:rPr lang="es-ES_tradnl" sz="2800" b="1" dirty="0">
                <a:solidFill>
                  <a:srgbClr val="7030A0"/>
                </a:solidFill>
                <a:effectLst/>
              </a:rPr>
              <a:t> </a:t>
            </a:r>
            <a:endParaRPr lang="es-ES_tradnl" sz="2800" b="1" dirty="0">
              <a:solidFill>
                <a:srgbClr val="7030A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91878" y="1539898"/>
            <a:ext cx="729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rgbClr val="7030A0"/>
                </a:solidFill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92938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6572" y="0"/>
            <a:ext cx="10515600" cy="1325563"/>
          </a:xfrm>
        </p:spPr>
        <p:txBody>
          <a:bodyPr/>
          <a:lstStyle/>
          <a:p>
            <a:r>
              <a:rPr lang="es-ES_tradnl" dirty="0"/>
              <a:t>APORTES DE LA TEORÍAS DE GÉNERO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06761" y="1685142"/>
            <a:ext cx="10515600" cy="310788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dirty="0"/>
              <a:t>Concepto de género se vuelve un instrumento crítico que permite detectar, reconocer y derribar una cultura androcéntrica o patriarcal.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_tradnl" sz="2400" dirty="0"/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dirty="0"/>
              <a:t>Magisterio de la Iglesia: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sz="2400" i="1" dirty="0" err="1"/>
              <a:t>Evangelii</a:t>
            </a:r>
            <a:r>
              <a:rPr lang="es-ES_tradnl" sz="2400" i="1" dirty="0"/>
              <a:t> </a:t>
            </a:r>
            <a:r>
              <a:rPr lang="es-ES_tradnl" sz="2400" i="1" dirty="0" err="1"/>
              <a:t>Gaudium</a:t>
            </a:r>
            <a:r>
              <a:rPr lang="es-ES_tradnl" sz="2400" i="1" dirty="0"/>
              <a:t> </a:t>
            </a:r>
            <a:r>
              <a:rPr lang="es-ES_tradnl" sz="2400" dirty="0"/>
              <a:t>y</a:t>
            </a:r>
            <a:r>
              <a:rPr lang="es-ES_tradnl" sz="2400" i="1" dirty="0"/>
              <a:t> Aparecida</a:t>
            </a:r>
            <a:r>
              <a:rPr lang="es-ES_tradnl" sz="2400" dirty="0"/>
              <a:t> (453): “Es necesario en América Latina y El Caribe superar una mentalidad machista que ignora la novedad del cristianismo, donde se reconoce y proclama la “igual dignidad y responsabilidad de la mujer respecto al hombre”.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406533" y="4994204"/>
            <a:ext cx="11283803" cy="1384995"/>
          </a:xfrm>
          <a:prstGeom prst="rect">
            <a:avLst/>
          </a:prstGeom>
          <a:noFill/>
          <a:ln w="508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_tradnl" sz="2800" b="1" dirty="0">
                <a:solidFill>
                  <a:srgbClr val="7030A0"/>
                </a:solidFill>
              </a:rPr>
              <a:t>Interpelación importante para la teología: necesidad de superar el machismo cultural como uno de los problemas sociales más importante en América Latina. 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91878" y="1539898"/>
            <a:ext cx="729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rgbClr val="7030A0"/>
                </a:solidFill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14532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727" y="0"/>
            <a:ext cx="10515600" cy="1325563"/>
          </a:xfrm>
        </p:spPr>
        <p:txBody>
          <a:bodyPr/>
          <a:lstStyle/>
          <a:p>
            <a:r>
              <a:rPr lang="es-ES_tradnl" dirty="0"/>
              <a:t>Por lo tanto</a:t>
            </a:r>
            <a:r>
              <a:rPr lang="is-IS" dirty="0"/>
              <a:t>…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1726" y="1188315"/>
            <a:ext cx="11532943" cy="499983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_tradnl" dirty="0"/>
              <a:t>Las teorías de género nos permiten: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ES_tradnl" dirty="0"/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ES_tradnl" b="1" dirty="0"/>
              <a:t>Visibilizar</a:t>
            </a:r>
            <a:r>
              <a:rPr lang="es-ES_tradnl" dirty="0"/>
              <a:t> la realidad de discriminación y desigualdad existente entre varones y mujeres que se gesta en la cultura.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ES_tradnl" dirty="0"/>
              <a:t>Una realidad que </a:t>
            </a:r>
            <a:r>
              <a:rPr lang="es-ES_tradnl" b="1" dirty="0"/>
              <a:t>atenta contra el plan de Dios </a:t>
            </a:r>
            <a:r>
              <a:rPr lang="es-ES_tradnl" dirty="0"/>
              <a:t>que nos invita a vivir en una comunidad de iguales y ha creado tanto a varones como a mujeres “a su imagen y semejanza” </a:t>
            </a:r>
            <a:r>
              <a:rPr lang="es-ES_tradnl" sz="1800" dirty="0"/>
              <a:t>(Cf. Gn.1,27). 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ES_tradnl" b="1" dirty="0"/>
              <a:t>Dar respuesta </a:t>
            </a:r>
            <a:r>
              <a:rPr lang="es-ES_tradnl" dirty="0"/>
              <a:t>a las situaciones de sufrimiento producidas por la desigualdad de género y que, en clave teológica, pueden interpretarse como pecado social.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6981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La Iglesia y la teología no pueden permanecer al margen</a:t>
            </a:r>
            <a:r>
              <a:rPr lang="is-IS" dirty="0"/>
              <a:t>…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ES_tradnl" dirty="0"/>
              <a:t>Reconocer soplo del Espíritu para nuestro tiempo: una interpelación a recorrer caminos de justicia para que las mujeres sean reconocidas como iguales en dignidad y derecho con los varones. </a:t>
            </a:r>
          </a:p>
          <a:p>
            <a:pPr algn="just"/>
            <a:r>
              <a:rPr lang="es-ES_tradnl" dirty="0"/>
              <a:t>Desigualdad y discriminación son contrarias al plan de Dios y su designio de salvación. </a:t>
            </a:r>
          </a:p>
          <a:p>
            <a:pPr algn="just"/>
            <a:r>
              <a:rPr lang="es-ES_tradnl" dirty="0"/>
              <a:t>No estamos frente a un problema de mujeres sino a un problema común tanto a varones como a mujeres. </a:t>
            </a:r>
          </a:p>
          <a:p>
            <a:pPr algn="just"/>
            <a:r>
              <a:rPr lang="es-ES_tradnl" dirty="0"/>
              <a:t>El desafío es construir un discurso teológico, una Iglesia, una sociedad inclusivas. </a:t>
            </a:r>
          </a:p>
          <a:p>
            <a:pPr algn="just"/>
            <a:r>
              <a:rPr lang="es-ES_tradnl" dirty="0"/>
              <a:t>El punto es cómo, varones y mujeres por igual, nos comprometemos en el llamado de Dios a construir su Reino estableciendo entre nosotros relaciones justas.</a:t>
            </a:r>
          </a:p>
          <a:p>
            <a:pPr algn="just"/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3636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433953"/>
            <a:ext cx="10515600" cy="5743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/>
              <a:t>Nancy Bedford: </a:t>
            </a:r>
          </a:p>
          <a:p>
            <a:pPr marL="0" indent="0" algn="just">
              <a:buNone/>
            </a:pPr>
            <a:r>
              <a:rPr lang="es-ES_tradnl" i="1" dirty="0"/>
              <a:t>“El objetivo no es que las mujeres asimilen la forma de ser de los varones patriarcales, ni que los varones ocupen un lugar acotado a lo doméstico o relegado a la invisibilidad semejante al que han ocupado las mujeres en el patriarcado, sino que en Cristo mujeres y varones se relacionen de una manera diferente.”</a:t>
            </a:r>
          </a:p>
          <a:p>
            <a:pPr marL="0" indent="0" algn="just">
              <a:buNone/>
            </a:pPr>
            <a:endParaRPr lang="es-ES_tradnl" i="1" dirty="0"/>
          </a:p>
          <a:p>
            <a:pPr marL="0" indent="0">
              <a:buNone/>
            </a:pPr>
            <a:r>
              <a:rPr lang="es-ES" dirty="0"/>
              <a:t>Virginia </a:t>
            </a:r>
            <a:r>
              <a:rPr lang="es-ES" dirty="0" err="1"/>
              <a:t>Azcuy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i="1" dirty="0"/>
              <a:t>“¿No está llamada la Iglesia a recoger este clamor, estas lágrimas de tantas mujeres que sufren?, ¿no habrá que escuchar mejor el mensaje oculto en este grito en la historia?, ¿o acaso los errores y </a:t>
            </a:r>
            <a:r>
              <a:rPr lang="es-ES" i="1" dirty="0" err="1"/>
              <a:t>discensos</a:t>
            </a:r>
            <a:r>
              <a:rPr lang="es-ES" i="1" dirty="0"/>
              <a:t> con el feminismo nos eximen de la práctica de misericordia con las mujeres concretas?” </a:t>
            </a:r>
            <a:endParaRPr lang="es-ES_tradnl" i="1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6070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11087</TotalTime>
  <Words>755</Words>
  <Application>Microsoft Macintosh PowerPoint</Application>
  <PresentationFormat>Panorámica</PresentationFormat>
  <Paragraphs>47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FEMINISMO Y TEOLOGÍA</vt:lpstr>
      <vt:lpstr>IGLESIA EN EL MUNDO</vt:lpstr>
      <vt:lpstr>Presentación de PowerPoint</vt:lpstr>
      <vt:lpstr>APORTES DE LA TEORÍAS DE GÉNERO</vt:lpstr>
      <vt:lpstr>APORTES DE LA TEORÍAS DE GÉNERO</vt:lpstr>
      <vt:lpstr>APORTES DE LA TEORÍAS DE GÉNERO</vt:lpstr>
      <vt:lpstr>Por lo tanto…</vt:lpstr>
      <vt:lpstr>La Iglesia y la teología no pueden permanecer al margen…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Blanca Besa</dc:creator>
  <cp:lastModifiedBy>BLANCA BESA BANDEIRA</cp:lastModifiedBy>
  <cp:revision>93</cp:revision>
  <dcterms:created xsi:type="dcterms:W3CDTF">2020-01-12T15:50:37Z</dcterms:created>
  <dcterms:modified xsi:type="dcterms:W3CDTF">2023-03-24T12:38:44Z</dcterms:modified>
</cp:coreProperties>
</file>